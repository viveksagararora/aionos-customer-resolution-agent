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 Medium"/>
      <p:regular r:id="rId201314"/>
    </p:embeddedFont>
    <p:embeddedFont>
      <p:font typeface="Instrument Sans SemiBold"/>
      <p:regular r:id="rId201315"/>
    </p:embeddedFont>
    <p:embeddedFont>
      <p:font typeface="Instrument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iveksagararora/AIONOS-Customer-Resolution-Agent" TargetMode="External"/><Relationship Id="rId2" Type="http://schemas.openxmlformats.org/officeDocument/2006/relationships/hyperlink" Target="https://aionos-customer-resolution-agent-gebsyqscmqgyadt7muky2d.streamlit.app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6117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AIONOS Customer Resolution Agent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52593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Agentic AI Factory – Assignment 3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040981"/>
            <a:ext cx="6296860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Submitted By: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Vivek Sagar Arora  |  </a:t>
            </a:r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Program: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B.Tech CSE (AI/ML), Bennett University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30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Airline Disruption Customer Support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057797"/>
            <a:ext cx="3053877" cy="2613918"/>
          </a:xfrm>
          <a:prstGeom prst="roundRect">
            <a:avLst>
              <a:gd name="adj" fmla="val 3037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2531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661841"/>
            <a:ext cx="266316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Flight cancellations, delays, refund requests, rebooking requests, and compensation disputes create high-pressure support scenarios.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057797"/>
            <a:ext cx="3053976" cy="2613918"/>
          </a:xfrm>
          <a:prstGeom prst="roundRect">
            <a:avLst>
              <a:gd name="adj" fmla="val 3037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2531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Challenge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661841"/>
            <a:ext cx="266326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Support agents must follow company policies, avoid unauthorized compensation, handle frustrated customers professionally, and escalate special cases appropriately.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86072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505608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Objective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46477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a customer-facing resolution agent that provides policy-compliant resolutions for airline disruption scenarios.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429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 Goals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219127"/>
            <a:ext cx="3180774" cy="318085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825" y="1612950"/>
            <a:ext cx="255085" cy="2550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69763" y="1607741"/>
            <a:ext cx="636670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Understand Requests Accurately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5169763" y="2026543"/>
            <a:ext cx="636670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Parse and interpret customer queries with precision, using only provided customer and policy data.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825" y="2855069"/>
            <a:ext cx="255085" cy="2550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69763" y="2849860"/>
            <a:ext cx="636670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Recommend Correct Actions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5169763" y="3268663"/>
            <a:ext cx="636670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Apply policy rules to recommend the right resolution — rebooking, refund, or compensation.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0825" y="4097189"/>
            <a:ext cx="255085" cy="2550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69763" y="4091980"/>
            <a:ext cx="636670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Handle &amp; Escalate Professionally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5169763" y="4510782"/>
            <a:ext cx="636670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angry customers with empathy, escalate when authority is insufficient, and maintain a transparent decision process.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0825" y="5339308"/>
            <a:ext cx="255085" cy="2550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69763" y="5334099"/>
            <a:ext cx="636670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Generate Customer Responses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5169763" y="5752902"/>
            <a:ext cx="636670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Produce clear, policy-compliant, customer-facing resolution messages.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706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Solution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005806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332732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751534"/>
            <a:ext cx="3534282" cy="150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Cancellation handling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 compensation handling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Refund processing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Escalation detection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Loyalty-tier support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2996" y="1560513"/>
            <a:ext cx="6227408" cy="30440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34465" y="2607861"/>
            <a:ext cx="1451785" cy="181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Query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50963" y="1910987"/>
            <a:ext cx="1451784" cy="18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Policy Evaluation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67075" y="3343451"/>
            <a:ext cx="1451785" cy="18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36564" y="4053230"/>
            <a:ext cx="1467109" cy="181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Response Generation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4949031"/>
            <a:ext cx="3520788" cy="1281906"/>
          </a:xfrm>
          <a:prstGeom prst="roundRect">
            <a:avLst>
              <a:gd name="adj" fmla="val 55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37881" y="5125442"/>
            <a:ext cx="510269" cy="510282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173" y="5265738"/>
            <a:ext cx="229586" cy="229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37881" y="5788819"/>
            <a:ext cx="31679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Python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4335354" y="4949031"/>
            <a:ext cx="3520888" cy="1281906"/>
          </a:xfrm>
          <a:prstGeom prst="roundRect">
            <a:avLst>
              <a:gd name="adj" fmla="val 55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11761" y="5125442"/>
            <a:ext cx="510269" cy="510282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052" y="5265738"/>
            <a:ext cx="229586" cy="229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11761" y="5788819"/>
            <a:ext cx="31680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Streamlit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8009332" y="4949031"/>
            <a:ext cx="3520888" cy="1281906"/>
          </a:xfrm>
          <a:prstGeom prst="roundRect">
            <a:avLst>
              <a:gd name="adj" fmla="val 5574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85739" y="5125442"/>
            <a:ext cx="510269" cy="510282"/>
          </a:xfrm>
          <a:prstGeom prst="ellipse">
            <a:avLst/>
          </a:prstGeom>
          <a:solidFill>
            <a:srgbClr val="5B5F7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031" y="5265738"/>
            <a:ext cx="229586" cy="229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85739" y="5788819"/>
            <a:ext cx="31680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Rule-Based Engine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89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6191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End-to-end data flow from customer input to resolution output: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693" y="1908175"/>
            <a:ext cx="10240210" cy="44159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64749" y="5486678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Decision Layer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664749" y="4464462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Policy Engine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64749" y="3452571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Layer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64749" y="2430355"/>
            <a:ext cx="2323161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Query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816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Sources &amp; Business Rules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41947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Profiles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2726234"/>
            <a:ext cx="2917851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Priya Nair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Arvind Kulkarni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Meher Kaur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33360" y="3954661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Booking Data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233360" y="4438948"/>
            <a:ext cx="2917851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Flight status &amp; route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 duration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Fare difference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18719" y="2241947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Policy Data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18719" y="2726234"/>
            <a:ext cx="2917851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Rebooking policy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Refund policy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Compensation rules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Escalation rules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Loyalty-tier rules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618719" y="4715272"/>
            <a:ext cx="2917851" cy="1341834"/>
          </a:xfrm>
          <a:prstGeom prst="roundRect">
            <a:avLst>
              <a:gd name="adj" fmla="val 5916"/>
            </a:avLst>
          </a:prstGeom>
          <a:solidFill>
            <a:srgbClr val="E2E3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726" y="5002014"/>
            <a:ext cx="236234" cy="189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232967" y="4932561"/>
            <a:ext cx="211459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Constraint: Only assignment-provided data was used.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171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Policy Engine Decision Logic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71" y="1555948"/>
            <a:ext cx="4452628" cy="4452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8149" y="151507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Flight Cancellation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98149" y="1902619"/>
            <a:ext cx="5238421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Free rebooking within 24 hours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refund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Priority rebooking for Gold/Platinum members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98149" y="2847777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Delay &gt; 3 Hours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98149" y="3235325"/>
            <a:ext cx="52384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Meal voucher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Lounge access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8149" y="3895030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Delay &gt; 5 Hours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98149" y="4282579"/>
            <a:ext cx="584800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Hotel accommodation for delayed hours only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298149" y="4656832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Escalation Triggers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298149" y="5044380"/>
            <a:ext cx="5238421" cy="1094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Legal complaints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Fare difference &gt; ₹1500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Unauthorized compensation requests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Refund to different payment method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46466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Scenario 1: Priya Nair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52779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Request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33360" y="3012083"/>
            <a:ext cx="2917851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Refund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Free business-class upgrade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52779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 Decision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012083"/>
            <a:ext cx="2917851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Full refund approved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Free rebooking approved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Priority rebooking (loyalty tier)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Business-class upgrade denied — not covered by policy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417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Scenario 2: Arvind Kulkarni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0486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Request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89151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Hotel accommodation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8058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 Decision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64868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Meal voucher approved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Lounge access approved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Hotel denied — delay was under 5 hours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215852"/>
            <a:ext cx="5476043" cy="3300413"/>
          </a:xfrm>
          <a:prstGeom prst="roundRect">
            <a:avLst>
              <a:gd name="adj" fmla="val 4124"/>
            </a:avLst>
          </a:prstGeom>
          <a:solidFill>
            <a:srgbClr val="38512F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85658" y="2404864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Live Deployment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2889151"/>
            <a:ext cx="5098029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Explore the working implementation of the AIONOS Customer Resolution Agent: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GitHub Repository: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u="sng" dirty="0">
                <a:solidFill>
                  <a:srgbClr val="D4D5D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github.com/viveksagararora/AIONOS-Customer-Resolution-Agent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Streamlit Demo: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u="sng" dirty="0">
                <a:solidFill>
                  <a:srgbClr val="D4D5DE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App on Streamlit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31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Scenario 3: Meher Kaur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56941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Customer Request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2007989"/>
            <a:ext cx="5215303" cy="61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Full-night hotel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Higher-fare flight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2798366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Agent Decision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3249414"/>
            <a:ext cx="5215303" cy="1604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Meal voucher approved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Lounge access approved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Hotel for delayed hours only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Escalation required — ₹2000 fare difference exceeds ₹1500 threshold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1267" y="1556941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Learnings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321267" y="2007989"/>
            <a:ext cx="5215303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Translating business policies into executable logic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Building explainable decision systems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Designing escalation workflows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Developing customer-facing AI solutions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267" y="3477816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Enhancements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21267" y="3928864"/>
            <a:ext cx="5215303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LLM-powered conversational interface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Multi-turn memory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database &amp; CRM integration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Ticket generation &amp; analytics dashboard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1267" y="5420023"/>
            <a:ext cx="5215303" cy="676771"/>
          </a:xfrm>
          <a:prstGeom prst="roundRect">
            <a:avLst>
              <a:gd name="adj" fmla="val 11144"/>
            </a:avLst>
          </a:prstGeom>
          <a:solidFill>
            <a:srgbClr val="E2E3E9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0749" y="5681563"/>
            <a:ext cx="224427" cy="1794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4659" y="5618361"/>
            <a:ext cx="50620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 — 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4D5D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2026-09-17T17:25:09Z</dcterms:created>
  <dcterms:modified xsi:type="dcterms:W3CDTF">2026-09-17T17:25:09Z</dcterms:modified>
</cp:coreProperties>
</file>